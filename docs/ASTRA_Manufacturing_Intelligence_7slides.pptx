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corporate_presentation_website_style_sl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corporate_presentation_slide_wide_landsca_2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editorial_ui_slide_design_a_modern_tec_3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ui_marketing_slide_layout_for_a_pr_4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infographic_slide_layout_corporate_pr_5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marketing_slide_ui_mockup_on_a_wh_6_batc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infographic_slide_in_a_flat_ui_styl_7_batch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